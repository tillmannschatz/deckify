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8FBF-D890-F1DF-3259-1835119F3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E8D9E-F05A-E984-90E8-EDB00A217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F77E9-39C1-3057-8E60-D482300D3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209D0-651F-6587-C51E-98253C7E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05BD3-1DDE-8809-2C26-40CBA61C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8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07D5-216D-0609-E3C5-21F68570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8D8C0-C627-5FA4-C99A-00E806A4D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8B2BE-392C-2CF1-21B7-1D67ABD2B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23848-ACA4-5C93-5310-6D6D8CFF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ABB65-F19E-5752-8AD8-443E3B21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57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4010-DD7E-5BE6-597A-FDA94AD36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3B26B-E523-F62D-D8A9-EF584015E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E9C36-0526-14ED-9008-DE702872A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D7C44-2BAB-C1C2-F9B0-12BB4677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5E1DB-4BC6-A753-CEB5-B0DE2B6F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57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993E-FC3E-8D8A-6384-121A280C9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ECAD6-7338-1F04-482E-5EBC2AED3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F6A36-7B35-1EF2-6507-28E521A66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48CE4-4303-6FCA-FA28-DA366A4F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A99A3-DDA5-DB81-2956-7636BC8A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EB952-D455-E7BB-2CE0-27083674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81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A16B-4C65-0592-CCEB-AF074385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E5A51-5D0A-B641-3E3E-7A1B6FE75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8A834-8663-390D-F82A-DA319F78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639418-F0B8-5DCD-4135-0A9185308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909277-89D9-20ED-B23D-C8D1DA36D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66EFC-4D92-A02C-B8AC-68EE5C55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371B06-C98C-3610-829E-21866945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E5519-A6D2-4E4C-DAA3-7E39DEDA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92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3642-CE8A-62C7-E8A0-83BF4A2A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A8D0-BCA6-B8AD-F33B-38D00F6B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62550-8C48-3277-9CBF-47D4AADF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C56AD-1064-7C56-47D2-493FCBEE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41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752AA-13DD-9D7C-2B8D-8F4F9CC05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A2193-C9F8-7257-27F7-D1B71178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63B96-D9AE-FA4A-1BE1-08B18ABF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47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99B3-77FE-3643-EA05-A7C634D3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FEBE-03FA-14DC-336B-D4A6362A2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7ECA3-0EEF-8742-65E2-F19F8BE15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A7608-F24A-3AD7-A55A-ED46FE3C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92A5A-A7A0-ED82-7F9C-EBD3551C5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A443C-CC0C-BD60-64A2-2BF420C7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682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2E0A-4095-6DFA-2503-D43EFD46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333B3-EC62-84D5-F187-03B99D65E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3ED5B-604A-038B-478A-7B203566A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580C8-BAEE-0F36-B951-43C6D2E2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740BA-B5F1-9820-EF47-72CA256F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FB984-81B7-D904-AD57-74EB9059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2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5474-4336-95B7-BE71-32076A66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1FC01-A8A0-5A25-F2E1-FD98E2292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54343-3902-6533-B3F4-577AB694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57D1C-7560-1CDC-0363-0275DCC0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B584-6E5E-031F-002F-D1147119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20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937F5-1467-745D-6D92-D65F0AACF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1B9D4-651E-B1CB-EC75-C75F03ECE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89468-18B4-D4B7-C4C3-AEDAA07AE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253B3-3EDC-FED6-2389-653C9E22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1300A-37A6-D857-444E-B4175C12D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811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4FEB88-E3B9-3820-56A6-A873047C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A5142-574E-751F-7828-C0B58C481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BF9D6-4B19-BE9E-4666-9945F4942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C6DE2-63A1-4A65-A141-A16B55EAB93F}" type="datetimeFigureOut">
              <a:rPr lang="en-GB" smtClean="0"/>
              <a:t>16/09/2022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8000A-4F40-36EA-D6FB-35C9EAE2E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55E4-4DA2-1B5F-8218-D8E26C667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94D6C-AE35-4BFA-A32A-817FACCFE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382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8FF33A-D124-CC3F-46AB-A3BEB3563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188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97989-5A0D-D949-9989-353CF8E61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6116"/>
            <a:ext cx="504825" cy="1038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6944D9-0BBC-5C68-5765-BFE94119D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185" y="1566116"/>
            <a:ext cx="762000" cy="1009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647108-8A17-6283-21F0-698DBAC1E0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844" y="1566116"/>
            <a:ext cx="571500" cy="1000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B561A1-BB5C-B66E-4107-EE2F90B9F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003" y="1551828"/>
            <a:ext cx="1704975" cy="10287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B6F4D1-AB0A-9903-5E4F-083DC372A9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3637" y="1551828"/>
            <a:ext cx="466725" cy="1028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965F779-3AAA-0F62-FC79-4A79AE380E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702" y="1566117"/>
            <a:ext cx="238870" cy="420234"/>
          </a:xfrm>
          <a:prstGeom prst="rect">
            <a:avLst/>
          </a:prstGeom>
        </p:spPr>
      </p:pic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EB412099-503D-E482-5B2F-D7C9E3E78FAE}"/>
              </a:ext>
            </a:extLst>
          </p:cNvPr>
          <p:cNvSpPr/>
          <p:nvPr/>
        </p:nvSpPr>
        <p:spPr>
          <a:xfrm>
            <a:off x="777308" y="1986351"/>
            <a:ext cx="560264" cy="545145"/>
          </a:xfrm>
          <a:prstGeom prst="foldedCorner">
            <a:avLst/>
          </a:prstGeom>
          <a:solidFill>
            <a:srgbClr val="FFFF80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700" dirty="0">
                <a:solidFill>
                  <a:srgbClr val="000000"/>
                </a:solidFill>
                <a:latin typeface="Courier New" panose="02070309020205020404" pitchFamily="49" charset="0"/>
              </a:rPr>
              <a:t>Remove all transitions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237D704-0F59-FB70-F432-B0E3B4BFDD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659" y="2575766"/>
            <a:ext cx="885825" cy="7810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7FE571-9282-620A-8EDE-33D878AD54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3449" y="1550421"/>
            <a:ext cx="2286000" cy="9810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CBF36B7-D6E0-31FF-61DA-5070592530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804" y="3416896"/>
            <a:ext cx="6381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Tillmann SCHATZ</dc:creator>
  <cp:lastModifiedBy>Tillmann SCHATZ</cp:lastModifiedBy>
  <cp:revision>1</cp:revision>
  <dcterms:created xsi:type="dcterms:W3CDTF">2022-09-16T14:02:53Z</dcterms:created>
  <dcterms:modified xsi:type="dcterms:W3CDTF">2022-09-16T14:36:24Z</dcterms:modified>
</cp:coreProperties>
</file>